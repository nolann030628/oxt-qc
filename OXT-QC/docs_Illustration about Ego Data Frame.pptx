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32" y="592"/>
      </p:cViewPr>
      <p:guideLst>
        <p:guide orient="horz" pos="2132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Ego Canonical Frame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Definition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66445"/>
            <a:ext cx="10515600" cy="4785360"/>
          </a:xfrm>
        </p:spPr>
        <p:txBody>
          <a:bodyPr/>
          <a:lstStyle/>
          <a:p>
            <a:r>
              <a:rPr lang="en-US" sz="1800" dirty="0"/>
              <a:t>The canonical coordinate system of the camera is defined as follows for the view frustum and forward-facing direction: Z (blue) points forward, X (red) points right, and Y (green) points down.</a:t>
            </a:r>
            <a:endParaRPr lang="en-US" sz="1800" dirty="0"/>
          </a:p>
          <a:p>
            <a:r>
              <a:rPr lang="en-US" sz="1800" dirty="0"/>
              <a:t>In the direction of the view frustum, when the hands are placed flat, the wrist coordinate system should also satisfy: Z (blue) points forward, X (red) points right, and Y (green) points down.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5407"/>
          <a:stretch>
            <a:fillRect/>
          </a:stretch>
        </p:blipFill>
        <p:spPr>
          <a:xfrm>
            <a:off x="2410940" y="2026208"/>
            <a:ext cx="7370119" cy="4676294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7916545" y="3839845"/>
            <a:ext cx="1270000" cy="47371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7340600" y="3052445"/>
            <a:ext cx="635635" cy="126111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7941945" y="425386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4852035" y="3441700"/>
            <a:ext cx="685165" cy="922655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852035" y="4313555"/>
            <a:ext cx="998220" cy="4572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852035" y="431355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35600" y="287464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z</a:t>
            </a:r>
            <a:endParaRPr lang="en-US" altLang="zh-CN" sz="4000" b="1"/>
          </a:p>
        </p:txBody>
      </p:sp>
      <p:sp>
        <p:nvSpPr>
          <p:cNvPr id="13" name="文本框 12"/>
          <p:cNvSpPr txBox="1"/>
          <p:nvPr/>
        </p:nvSpPr>
        <p:spPr>
          <a:xfrm>
            <a:off x="5800725" y="438086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x</a:t>
            </a:r>
            <a:endParaRPr lang="en-US" altLang="zh-CN" sz="4000" b="1"/>
          </a:p>
        </p:txBody>
      </p:sp>
      <p:sp>
        <p:nvSpPr>
          <p:cNvPr id="14" name="文本框 13"/>
          <p:cNvSpPr txBox="1"/>
          <p:nvPr/>
        </p:nvSpPr>
        <p:spPr>
          <a:xfrm>
            <a:off x="436118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y</a:t>
            </a:r>
            <a:endParaRPr lang="en-US" altLang="zh-CN" sz="4000" b="1"/>
          </a:p>
        </p:txBody>
      </p:sp>
      <p:sp>
        <p:nvSpPr>
          <p:cNvPr id="15" name="文本框 14"/>
          <p:cNvSpPr txBox="1"/>
          <p:nvPr/>
        </p:nvSpPr>
        <p:spPr>
          <a:xfrm>
            <a:off x="6983095" y="2452370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z</a:t>
            </a:r>
            <a:endParaRPr lang="en-US" altLang="zh-CN" sz="4000" b="1"/>
          </a:p>
        </p:txBody>
      </p:sp>
      <p:sp>
        <p:nvSpPr>
          <p:cNvPr id="16" name="文本框 15"/>
          <p:cNvSpPr txBox="1"/>
          <p:nvPr/>
        </p:nvSpPr>
        <p:spPr>
          <a:xfrm>
            <a:off x="9128125" y="338391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x</a:t>
            </a:r>
            <a:endParaRPr lang="en-US" altLang="zh-CN" sz="4000" b="1"/>
          </a:p>
        </p:txBody>
      </p:sp>
      <p:sp>
        <p:nvSpPr>
          <p:cNvPr id="17" name="文本框 16"/>
          <p:cNvSpPr txBox="1"/>
          <p:nvPr/>
        </p:nvSpPr>
        <p:spPr>
          <a:xfrm>
            <a:off x="792353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/>
              <a:t>y</a:t>
            </a:r>
            <a:endParaRPr lang="en-US" altLang="zh-CN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sz="2800" b="1" dirty="0"/>
              <a:t>Definition of the Gripper's Ego Canonical Coordinate System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i="0" dirty="0"/>
              <a:t>Definition of the Camera's Canonical Coordinate System</a:t>
            </a:r>
            <a:r>
              <a:rPr lang="en-US" sz="1800" b="0" i="0" dirty="0"/>
              <a:t>: For the view frustum and forward-facing direction, the camera's canonical coordinate system is defined with the Z-axis (blue) pointing forward, X-axis (red) pointing right, and Y-axis (green) pointing down.</a:t>
            </a:r>
            <a:endParaRPr lang="en-US" sz="1800" b="0" i="0" dirty="0"/>
          </a:p>
          <a:p>
            <a:r>
              <a:rPr lang="en-US" sz="1800" dirty="0"/>
              <a:t>For the egocentric data of the gripper itself, we approximate the gripper using the human hand grasping posture in the figure below.</a:t>
            </a:r>
            <a:endParaRPr lang="en-US" altLang="zh-CN" sz="1800" dirty="0"/>
          </a:p>
        </p:txBody>
      </p:sp>
      <p:pic>
        <p:nvPicPr>
          <p:cNvPr id="1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905" y="2521563"/>
            <a:ext cx="7646189" cy="3747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How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to check?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3768536" cy="5696585"/>
          </a:xfrm>
        </p:spPr>
        <p:txBody>
          <a:bodyPr>
            <a:normAutofit lnSpcReduction="10000"/>
          </a:bodyPr>
          <a:lstStyle/>
          <a:p>
            <a:r>
              <a:rPr lang="en-US" altLang="zh-CN" sz="1800" dirty="0"/>
              <a:t>(Video available on the right side)</a:t>
            </a:r>
            <a:endParaRPr lang="zh-CN" altLang="en-US" sz="1800" dirty="0"/>
          </a:p>
          <a:p>
            <a:pPr algn="just"/>
            <a:endParaRPr lang="zh-CN" altLang="en-US" sz="1800" dirty="0"/>
          </a:p>
          <a:p>
            <a:pPr algn="just"/>
            <a:r>
              <a:rPr lang="en-US" altLang="zh-CN" sz="1800" dirty="0"/>
              <a:t>Run precheck_4dvis.py</a:t>
            </a:r>
            <a:endParaRPr lang="zh-CN" altLang="en-US" sz="1800" dirty="0"/>
          </a:p>
          <a:p>
            <a:pPr algn="just"/>
            <a:r>
              <a:rPr lang="en-US" sz="1800" dirty="0"/>
              <a:t>Switch to a "camera forward" perspective in Viser, and click "Playing" to change to manual playback.</a:t>
            </a:r>
            <a:endParaRPr lang="zh-CN" altLang="en-US" sz="1800" dirty="0"/>
          </a:p>
          <a:p>
            <a:pPr algn="just"/>
            <a:r>
              <a:rPr lang="en-US" sz="1800" dirty="0"/>
              <a:t>Then drag the progress bar to check whether the movement trend of the gripper coordinate below matches the trend in the video.</a:t>
            </a:r>
            <a:endParaRPr lang="en-US" sz="1800" dirty="0"/>
          </a:p>
          <a:p>
            <a:pPr algn="just"/>
            <a:r>
              <a:rPr lang="en-US" sz="1800" dirty="0"/>
              <a:t>For example, in the right-side case, the movement trend of the gripper coordinate relative to the initial position is forward, then left, and then backward, which matches the video.</a:t>
            </a:r>
            <a:endParaRPr lang="zh-CN" altLang="en-US" sz="1800" dirty="0"/>
          </a:p>
          <a:p>
            <a:pPr algn="just"/>
            <a:r>
              <a:rPr lang="en-US" sz="1800" dirty="0"/>
              <a:t>Also, make sure to check whether the definition of the Wrist Pose matches the canonical coordinate definition on the previous page when the "camera is forward".</a:t>
            </a:r>
            <a:endParaRPr lang="zh-CN" altLang="en-US" sz="1800" dirty="0"/>
          </a:p>
        </p:txBody>
      </p:sp>
      <p:pic>
        <p:nvPicPr>
          <p:cNvPr id="4" name="20260706_104747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278887" y="1226819"/>
            <a:ext cx="7628633" cy="4965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WPS 演示</Application>
  <PresentationFormat>Widescreen</PresentationFormat>
  <Paragraphs>32</Paragraphs>
  <Slides>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Google Sans Flex</vt:lpstr>
      <vt:lpstr>Segoe Print</vt:lpstr>
      <vt:lpstr>Calibri</vt:lpstr>
      <vt:lpstr>微软雅黑</vt:lpstr>
      <vt:lpstr>Arial Unicode MS</vt:lpstr>
      <vt:lpstr>Google Sans Flex</vt:lpstr>
      <vt:lpstr>Saturday Sans Regular</vt:lpstr>
      <vt:lpstr>WPS</vt:lpstr>
      <vt:lpstr>Ego Canonical Frame Definition</vt:lpstr>
      <vt:lpstr>Definition of the Gripper's Ego Canonical Coordinate System</vt:lpstr>
      <vt:lpstr>How to check?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不知道</cp:lastModifiedBy>
  <cp:revision>33</cp:revision>
  <dcterms:created xsi:type="dcterms:W3CDTF">2023-08-09T12:44:00Z</dcterms:created>
  <dcterms:modified xsi:type="dcterms:W3CDTF">2026-07-10T07:48:47Z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