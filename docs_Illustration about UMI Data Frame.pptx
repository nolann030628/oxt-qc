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224" y="7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Definition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of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UMI Canonical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Frame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latin typeface="Google Sans Flex"/>
              </a:rPr>
              <a:t>Definition of the Camera's Canonical Coordinate System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 Flex"/>
              </a:rPr>
              <a:t>: For the view frustum and forward-facing direction, the camera's canonical coordinate system is defined with the Z-axis (blue) pointing forward, X-axis (red) pointing right, and Y-axis (green) pointing down.</a:t>
            </a:r>
          </a:p>
          <a:p>
            <a:r>
              <a:rPr lang="en-US" sz="1800" dirty="0"/>
              <a:t>For the egocentric data of the gripper itself, we approximate the gripper using the human hand grasping posture in the figure below.</a:t>
            </a:r>
            <a:endParaRPr lang="en-US" altLang="zh-CN" sz="1800" dirty="0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24" y="2374358"/>
            <a:ext cx="8595541" cy="421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How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to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check</a:t>
            </a:r>
            <a:r>
              <a:rPr lang="zh-CN" altLang="en-US" sz="2800" b="1" dirty="0"/>
              <a:t>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3294743" cy="56965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zh-CN" sz="1800" dirty="0"/>
              <a:t>(Video available on the right side)</a:t>
            </a:r>
            <a:endParaRPr lang="zh-CN" altLang="en-US" sz="1800" dirty="0"/>
          </a:p>
          <a:p>
            <a:pPr algn="just"/>
            <a:r>
              <a:rPr lang="en-US" altLang="zh-CN" sz="1800" dirty="0"/>
              <a:t>Run precheck_4dvis.py</a:t>
            </a:r>
            <a:endParaRPr lang="zh-CN" altLang="en-US" sz="1800" dirty="0"/>
          </a:p>
          <a:p>
            <a:pPr algn="just"/>
            <a:r>
              <a:rPr lang="en-US" sz="1800" dirty="0"/>
              <a:t>Switch to a "camera forward" perspective in Viser, and click "Playing" to change to manual playback.</a:t>
            </a:r>
            <a:endParaRPr lang="zh-CN" altLang="en-US" sz="1800" dirty="0"/>
          </a:p>
          <a:p>
            <a:pPr algn="just"/>
            <a:r>
              <a:rPr lang="en-US" sz="1800" dirty="0"/>
              <a:t>Then drag the progress bar to check whether the movement trend of the gripper coordinate below matches the trend in the video.</a:t>
            </a:r>
          </a:p>
          <a:p>
            <a:pPr algn="just"/>
            <a:r>
              <a:rPr lang="en-US" sz="1800" dirty="0"/>
              <a:t>For example, in the right-side case, the movement trend of the gripper coordinate relative to the initial position is forward</a:t>
            </a:r>
            <a:r>
              <a:rPr lang="zh-CN" altLang="en-US" sz="1800" dirty="0"/>
              <a:t> </a:t>
            </a:r>
            <a:r>
              <a:rPr lang="en-US" sz="1800" dirty="0"/>
              <a:t>and then backward, which matches the video.</a:t>
            </a:r>
            <a:endParaRPr lang="zh-CN" altLang="en-US" sz="1800" dirty="0"/>
          </a:p>
          <a:p>
            <a:pPr algn="just"/>
            <a:r>
              <a:rPr lang="en-US" sz="1800" dirty="0"/>
              <a:t>Also, make sure to check whether the orientation of the initial gripper coordinate is Z forward (blue), X down (red), and Y left (green) when the "camera is forward"; refer to the previous page for a detailed explanation.</a:t>
            </a:r>
            <a:endParaRPr lang="zh-CN" altLang="en-US" sz="1800" dirty="0"/>
          </a:p>
        </p:txBody>
      </p:sp>
      <p:pic>
        <p:nvPicPr>
          <p:cNvPr id="5" name="20260706_00263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30955" y="356235"/>
            <a:ext cx="8199755" cy="5763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218</Words>
  <Application>Microsoft Macintosh PowerPoint</Application>
  <PresentationFormat>Widescreen</PresentationFormat>
  <Paragraphs>10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Google Sans Flex</vt:lpstr>
      <vt:lpstr>Arial</vt:lpstr>
      <vt:lpstr>Calibri</vt:lpstr>
      <vt:lpstr>WPS</vt:lpstr>
      <vt:lpstr>Definition of UMI Canonical Frame</vt:lpstr>
      <vt:lpstr>How to check？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Jinxuan Zhu</cp:lastModifiedBy>
  <cp:revision>15</cp:revision>
  <dcterms:created xsi:type="dcterms:W3CDTF">2023-08-09T12:44:00Z</dcterms:created>
  <dcterms:modified xsi:type="dcterms:W3CDTF">2026-07-08T06:28:41Z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