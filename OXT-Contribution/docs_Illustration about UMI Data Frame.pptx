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8" d="100"/>
          <a:sy n="98" d="100"/>
        </p:scale>
        <p:origin x="224" y="7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40970"/>
            <a:ext cx="10515600" cy="720090"/>
          </a:xfrm>
        </p:spPr>
        <p:txBody>
          <a:bodyPr>
            <a:normAutofit/>
          </a:bodyPr>
          <a:lstStyle/>
          <a:p>
            <a:r>
              <a:rPr lang="en-US" altLang="zh-CN" sz="2800" b="1" dirty="0"/>
              <a:t>Definition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of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UMI Canonical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Frame</a:t>
            </a:r>
            <a:endParaRPr lang="zh-CN" altLang="en-US" sz="28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812165"/>
            <a:ext cx="10515600" cy="4785360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800" i="0" dirty="0"/>
              <a:t>Definition of the Camera's Canonical Coordinate System</a:t>
            </a:r>
            <a:r>
              <a:rPr lang="en-US" sz="1800" b="0" i="0" dirty="0"/>
              <a:t>: For the view frustum and forward-facing direction, the camera's canonical coordinate system is defined with the Z-axis (blue) pointing forward, X-axis (red) pointing right, and Y-axis (green) pointing down.</a:t>
            </a:r>
            <a:endParaRPr lang="en-US" sz="1800" b="0" i="0" dirty="0"/>
          </a:p>
          <a:p>
            <a:r>
              <a:rPr lang="en-US" sz="1800" dirty="0"/>
              <a:t>For the egocentric data of the gripper itself, we approximate the gripper using the human hand grasping posture in the figure below.</a:t>
            </a:r>
            <a:endParaRPr lang="en-US" altLang="zh-CN" sz="1800" dirty="0"/>
          </a:p>
        </p:txBody>
      </p:sp>
      <p:pic>
        <p:nvPicPr>
          <p:cNvPr id="4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9115" y="2486025"/>
            <a:ext cx="8366760" cy="41008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40970"/>
            <a:ext cx="10515600" cy="720090"/>
          </a:xfrm>
        </p:spPr>
        <p:txBody>
          <a:bodyPr>
            <a:normAutofit/>
          </a:bodyPr>
          <a:lstStyle/>
          <a:p>
            <a:r>
              <a:rPr lang="en-US" altLang="zh-CN" sz="2800" b="1" dirty="0"/>
              <a:t>How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to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check</a:t>
            </a:r>
            <a:r>
              <a:rPr lang="zh-CN" altLang="en-US" sz="2800" b="1" dirty="0"/>
              <a:t>？</a:t>
            </a:r>
            <a:endParaRPr lang="zh-CN" altLang="en-US" sz="28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4480" y="861060"/>
            <a:ext cx="3294743" cy="5696585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altLang="zh-CN" sz="1800" dirty="0"/>
              <a:t>(Video available on the right side)</a:t>
            </a:r>
            <a:endParaRPr lang="zh-CN" altLang="en-US" sz="1800" dirty="0"/>
          </a:p>
          <a:p>
            <a:pPr algn="just"/>
            <a:r>
              <a:rPr lang="en-US" altLang="zh-CN" sz="1800" dirty="0"/>
              <a:t>Run precheck_4dvis.py</a:t>
            </a:r>
            <a:endParaRPr lang="zh-CN" altLang="en-US" sz="1800" dirty="0"/>
          </a:p>
          <a:p>
            <a:pPr algn="just"/>
            <a:r>
              <a:rPr lang="en-US" sz="1800" dirty="0"/>
              <a:t>Switch to a "camera forward" perspective in Viser, and click "Playing" to change to manual playback.</a:t>
            </a:r>
            <a:endParaRPr lang="zh-CN" altLang="en-US" sz="1800" dirty="0"/>
          </a:p>
          <a:p>
            <a:pPr algn="just"/>
            <a:r>
              <a:rPr lang="en-US" sz="1800" dirty="0"/>
              <a:t>Then drag the progress bar to check whether the movement trend of the gripper coordinate below matches the trend in the video.</a:t>
            </a:r>
            <a:endParaRPr lang="en-US" sz="1800" dirty="0"/>
          </a:p>
          <a:p>
            <a:pPr algn="just"/>
            <a:r>
              <a:rPr lang="en-US" sz="1800" dirty="0"/>
              <a:t>For example, in the right-side case, the movement trend of the gripper coordinate relative to the initial position is forward</a:t>
            </a:r>
            <a:r>
              <a:rPr lang="zh-CN" altLang="en-US" sz="1800" dirty="0"/>
              <a:t> </a:t>
            </a:r>
            <a:r>
              <a:rPr lang="en-US" sz="1800" dirty="0"/>
              <a:t>and then backward, which matches the video.</a:t>
            </a:r>
            <a:endParaRPr lang="zh-CN" altLang="en-US" sz="1800" dirty="0"/>
          </a:p>
          <a:p>
            <a:pPr algn="just"/>
            <a:r>
              <a:rPr lang="en-US" sz="1800" dirty="0"/>
              <a:t>Also, make sure to check whether the orientation of the initial gripper coordinate is Z forward (blue), X down (red), and Y left (green) when the "camera is forward"; refer to the previous page for a detailed explanation.</a:t>
            </a:r>
            <a:endParaRPr lang="zh-CN" altLang="en-US" sz="1800" dirty="0"/>
          </a:p>
        </p:txBody>
      </p:sp>
      <p:pic>
        <p:nvPicPr>
          <p:cNvPr id="5" name="20260706_002634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830955" y="356235"/>
            <a:ext cx="8199755" cy="5763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1112</Words>
  <Application>WPS 演示</Application>
  <PresentationFormat>Widescreen</PresentationFormat>
  <Paragraphs>14</Paragraphs>
  <Slides>2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Google Sans Flex</vt:lpstr>
      <vt:lpstr>Segoe Print</vt:lpstr>
      <vt:lpstr>Calibri</vt:lpstr>
      <vt:lpstr>微软雅黑</vt:lpstr>
      <vt:lpstr>Arial Unicode MS</vt:lpstr>
      <vt:lpstr>Google Sans Flex</vt:lpstr>
      <vt:lpstr>WPS</vt:lpstr>
      <vt:lpstr>Definition of UMI Canonical Frame</vt:lpstr>
      <vt:lpstr>How to check？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不知道</cp:lastModifiedBy>
  <cp:revision>16</cp:revision>
  <dcterms:created xsi:type="dcterms:W3CDTF">2023-08-09T12:44:00Z</dcterms:created>
  <dcterms:modified xsi:type="dcterms:W3CDTF">2026-07-10T07:48:32Z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D77627B38D5C41419C4B011717AD1F36_12</vt:lpwstr>
  </property>
</Properties>
</file>