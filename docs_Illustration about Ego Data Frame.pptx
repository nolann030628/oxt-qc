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32" y="592"/>
      </p:cViewPr>
      <p:guideLst>
        <p:guide orient="horz" pos="2132"/>
        <p:guide pos="38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Ego Canonical Frame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Definition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66445"/>
            <a:ext cx="10515600" cy="4785360"/>
          </a:xfrm>
        </p:spPr>
        <p:txBody>
          <a:bodyPr/>
          <a:lstStyle/>
          <a:p>
            <a:r>
              <a:rPr lang="en-US" sz="1800" dirty="0"/>
              <a:t>The canonical coordinate system of the camera is defined as follows for the view frustum and forward-facing direction: Z (blue) points forward, X (red) points right, and Y (green) points down.</a:t>
            </a:r>
          </a:p>
          <a:p>
            <a:r>
              <a:rPr lang="en-US" sz="1800" dirty="0"/>
              <a:t>In the direction of the view frustum, when the hands are placed flat, the wrist coordinate system should also satisfy: Z (blue) points forward, X (red) points right, and Y (green) points down.</a:t>
            </a:r>
            <a:endParaRPr lang="en-US" altLang="zh-CN" sz="1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15407"/>
          <a:stretch>
            <a:fillRect/>
          </a:stretch>
        </p:blipFill>
        <p:spPr>
          <a:xfrm>
            <a:off x="2410940" y="2026208"/>
            <a:ext cx="7370119" cy="4676294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7916545" y="3839845"/>
            <a:ext cx="1270000" cy="47371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7340600" y="3052445"/>
            <a:ext cx="635635" cy="126111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7941945" y="4253865"/>
            <a:ext cx="34290" cy="999490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4852035" y="3441700"/>
            <a:ext cx="685165" cy="922655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4852035" y="4313555"/>
            <a:ext cx="998220" cy="45720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4852035" y="4313555"/>
            <a:ext cx="34290" cy="999490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435600" y="287464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z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800725" y="438086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x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361180" y="497395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y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983095" y="2452370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z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128125" y="338391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x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923530" y="497395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lstStyle/>
          <a:p>
            <a:r>
              <a:rPr lang="en-US" sz="2800" b="1" dirty="0"/>
              <a:t>Definition of the Gripper's Ego Canonical Coordinate System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12165"/>
            <a:ext cx="10515600" cy="478536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1F1F"/>
                </a:solidFill>
                <a:effectLst/>
                <a:latin typeface="Google Sans Flex"/>
              </a:rPr>
              <a:t>Definition of the Camera's Canonical Coordinate System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 Flex"/>
              </a:rPr>
              <a:t>: For the view frustum and forward-facing direction, the camera's canonical coordinate system is defined with the Z-axis (blue) pointing forward, X-axis (red) pointing right, and Y-axis (green) pointing down.</a:t>
            </a:r>
          </a:p>
          <a:p>
            <a:r>
              <a:rPr lang="en-US" sz="1800" dirty="0"/>
              <a:t>For the egocentric data of the gripper itself, we approximate the gripper using the human hand grasping posture in the figure below.</a:t>
            </a:r>
            <a:endParaRPr lang="en-US" altLang="zh-CN" sz="1800" dirty="0"/>
          </a:p>
        </p:txBody>
      </p:sp>
      <p:pic>
        <p:nvPicPr>
          <p:cNvPr id="1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905" y="2521563"/>
            <a:ext cx="7646189" cy="374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How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to check?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4480" y="861060"/>
            <a:ext cx="3768536" cy="5696585"/>
          </a:xfrm>
        </p:spPr>
        <p:txBody>
          <a:bodyPr>
            <a:normAutofit lnSpcReduction="10000"/>
          </a:bodyPr>
          <a:lstStyle/>
          <a:p>
            <a:r>
              <a:rPr lang="en-US" altLang="zh-CN" sz="1800" dirty="0"/>
              <a:t>(Video available on the right side)</a:t>
            </a:r>
            <a:endParaRPr lang="zh-CN" altLang="en-US" sz="1800" dirty="0"/>
          </a:p>
          <a:p>
            <a:pPr algn="just"/>
            <a:endParaRPr lang="zh-CN" altLang="en-US" sz="1800" dirty="0"/>
          </a:p>
          <a:p>
            <a:pPr algn="just"/>
            <a:r>
              <a:rPr lang="en-US" altLang="zh-CN" sz="1800" dirty="0"/>
              <a:t>Run precheck_4dvis.py</a:t>
            </a:r>
            <a:endParaRPr lang="zh-CN" altLang="en-US" sz="1800" dirty="0"/>
          </a:p>
          <a:p>
            <a:pPr algn="just"/>
            <a:r>
              <a:rPr lang="en-US" sz="1800" dirty="0"/>
              <a:t>Switch to a "camera forward" perspective in Viser, and click "Playing" to change to manual playback.</a:t>
            </a:r>
            <a:endParaRPr lang="zh-CN" altLang="en-US" sz="1800" dirty="0"/>
          </a:p>
          <a:p>
            <a:pPr algn="just"/>
            <a:r>
              <a:rPr lang="en-US" sz="1800" dirty="0"/>
              <a:t>Then drag the progress bar to check whether the movement trend of the gripper coordinate below matches the trend in the video.</a:t>
            </a:r>
          </a:p>
          <a:p>
            <a:pPr algn="just"/>
            <a:r>
              <a:rPr lang="en-US" sz="1800" dirty="0"/>
              <a:t>For example, in the right-side case, the movement trend of the gripper coordinate relative to the initial position is forward, then left, and then backward, which matches the video.</a:t>
            </a:r>
            <a:endParaRPr lang="zh-CN" altLang="en-US" sz="1800" dirty="0"/>
          </a:p>
          <a:p>
            <a:pPr algn="just"/>
            <a:r>
              <a:rPr lang="en-US" sz="1800" dirty="0"/>
              <a:t>Also, make sure to check whether the definition of the Wrist Pose matches the canonical coordinate definition on the previous page when the "camera is forward".</a:t>
            </a:r>
            <a:endParaRPr lang="zh-CN" altLang="en-US" sz="1800" dirty="0"/>
          </a:p>
        </p:txBody>
      </p:sp>
      <p:pic>
        <p:nvPicPr>
          <p:cNvPr id="4" name="20260706_104747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78887" y="1226819"/>
            <a:ext cx="7628633" cy="4965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302</Words>
  <Application>Microsoft Macintosh PowerPoint</Application>
  <PresentationFormat>Widescreen</PresentationFormat>
  <Paragraphs>20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Google Sans Flex</vt:lpstr>
      <vt:lpstr>Arial</vt:lpstr>
      <vt:lpstr>Calibri</vt:lpstr>
      <vt:lpstr>WPS</vt:lpstr>
      <vt:lpstr>Ego Canonical Frame Definition</vt:lpstr>
      <vt:lpstr>Definition of the Gripper's Ego Canonical Coordinate System</vt:lpstr>
      <vt:lpstr>How to check?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Jinxuan Zhu</cp:lastModifiedBy>
  <cp:revision>32</cp:revision>
  <dcterms:created xsi:type="dcterms:W3CDTF">2023-08-09T12:44:00Z</dcterms:created>
  <dcterms:modified xsi:type="dcterms:W3CDTF">2026-07-08T06:28:49Z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D77627B38D5C41419C4B011717AD1F36_12</vt:lpwstr>
  </property>
</Properties>
</file>