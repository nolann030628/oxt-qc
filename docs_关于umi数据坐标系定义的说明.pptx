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p>
            <a:r>
              <a:rPr lang="en-US" altLang="zh-CN" sz="2800" b="1"/>
              <a:t>UMI Canonical </a:t>
            </a:r>
            <a:r>
              <a:rPr lang="zh-CN" altLang="en-US" sz="2800" b="1"/>
              <a:t>坐标系</a:t>
            </a:r>
            <a:r>
              <a:rPr lang="zh-CN" altLang="en-US" sz="2800" b="1"/>
              <a:t>定义</a:t>
            </a:r>
            <a:endParaRPr lang="zh-CN" altLang="en-US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p>
            <a:r>
              <a:rPr lang="zh-CN" altLang="en-US" sz="1800"/>
              <a:t>相机的</a:t>
            </a:r>
            <a:r>
              <a:rPr lang="en-US" altLang="zh-CN" sz="1800"/>
              <a:t>Canonical</a:t>
            </a:r>
            <a:r>
              <a:rPr lang="zh-CN" altLang="en-US" sz="1800"/>
              <a:t>坐标系是：对于视锥和前视方向，</a:t>
            </a:r>
            <a:r>
              <a:rPr lang="en-US" altLang="zh-CN" sz="1800"/>
              <a:t>z(</a:t>
            </a:r>
            <a:r>
              <a:rPr lang="zh-CN" altLang="en-US" sz="1800"/>
              <a:t>蓝</a:t>
            </a:r>
            <a:r>
              <a:rPr lang="en-US" altLang="zh-CN" sz="1800"/>
              <a:t>)</a:t>
            </a:r>
            <a:r>
              <a:rPr lang="zh-CN" altLang="en-US" sz="1800"/>
              <a:t>向前，</a:t>
            </a:r>
            <a:r>
              <a:rPr lang="en-US" altLang="zh-CN" sz="1800"/>
              <a:t>x(</a:t>
            </a:r>
            <a:r>
              <a:rPr lang="zh-CN" altLang="en-US" sz="1800"/>
              <a:t>红</a:t>
            </a:r>
            <a:r>
              <a:rPr lang="en-US" altLang="zh-CN" sz="1800"/>
              <a:t>)</a:t>
            </a:r>
            <a:r>
              <a:rPr lang="zh-CN" altLang="en-US" sz="1800"/>
              <a:t>向右，</a:t>
            </a:r>
            <a:r>
              <a:rPr lang="en-US" altLang="zh-CN" sz="1800"/>
              <a:t>y(</a:t>
            </a:r>
            <a:r>
              <a:rPr lang="zh-CN" altLang="en-US" sz="1800"/>
              <a:t>绿</a:t>
            </a:r>
            <a:r>
              <a:rPr lang="en-US" altLang="zh-CN" sz="1800"/>
              <a:t>)</a:t>
            </a:r>
            <a:r>
              <a:rPr lang="zh-CN" altLang="en-US" sz="1800"/>
              <a:t>向下</a:t>
            </a:r>
            <a:endParaRPr lang="zh-CN" altLang="en-US" sz="1800"/>
          </a:p>
          <a:p>
            <a:r>
              <a:rPr lang="zh-CN" altLang="en-US" sz="1800"/>
              <a:t>对于只有腕部相机(</a:t>
            </a:r>
            <a:r>
              <a:rPr lang="en-US" altLang="zh-CN" sz="1800"/>
              <a:t>wrist camera)</a:t>
            </a:r>
            <a:r>
              <a:rPr lang="zh-CN" altLang="en-US" sz="1800"/>
              <a:t>的</a:t>
            </a:r>
            <a:r>
              <a:rPr lang="en-US" altLang="zh-CN" sz="1800"/>
              <a:t>UMI</a:t>
            </a:r>
            <a:r>
              <a:rPr lang="zh-CN" altLang="en-US" sz="1800"/>
              <a:t>数据，我们用下图中的人手抓取姿态近似</a:t>
            </a:r>
            <a:r>
              <a:rPr lang="en-US" altLang="zh-CN" sz="1800"/>
              <a:t>Gripper</a:t>
            </a:r>
            <a:r>
              <a:rPr lang="zh-CN" altLang="en-US" sz="1800"/>
              <a:t>夹爪；</a:t>
            </a:r>
            <a:endParaRPr lang="zh-CN" altLang="en-US" sz="1800"/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470" y="1489710"/>
            <a:ext cx="10454005" cy="512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p>
            <a:r>
              <a:rPr lang="zh-CN" altLang="en-US" sz="2800" b="1"/>
              <a:t>检查</a:t>
            </a:r>
            <a:r>
              <a:rPr lang="zh-CN" altLang="en-US" sz="2800" b="1"/>
              <a:t>方式</a:t>
            </a:r>
            <a:endParaRPr lang="zh-CN" altLang="en-US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80" y="861060"/>
            <a:ext cx="10515600" cy="5696585"/>
          </a:xfrm>
        </p:spPr>
        <p:txBody>
          <a:bodyPr>
            <a:normAutofit lnSpcReduction="10000"/>
          </a:bodyPr>
          <a:p>
            <a:r>
              <a:rPr lang="en-US" altLang="zh-CN" sz="1800"/>
              <a:t>(</a:t>
            </a:r>
            <a:r>
              <a:rPr lang="zh-CN" altLang="en-US" sz="1800"/>
              <a:t>右侧视频可播放</a:t>
            </a:r>
            <a:r>
              <a:rPr lang="en-US" altLang="zh-CN" sz="1800"/>
              <a:t>)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运行</a:t>
            </a:r>
            <a:r>
              <a:rPr lang="en-US" altLang="zh-CN" sz="1800"/>
              <a:t>precheck_4dvis.py</a:t>
            </a:r>
            <a:r>
              <a:rPr lang="zh-CN" altLang="en-US" sz="1800"/>
              <a:t>后</a:t>
            </a:r>
            <a:endParaRPr lang="zh-CN" altLang="en-US" sz="1800"/>
          </a:p>
          <a:p>
            <a:r>
              <a:rPr lang="zh-CN" altLang="en-US" sz="1800"/>
              <a:t>在</a:t>
            </a:r>
            <a:r>
              <a:rPr lang="en-US" altLang="zh-CN" sz="1800"/>
              <a:t>Viser</a:t>
            </a:r>
            <a:r>
              <a:rPr lang="zh-CN" altLang="en-US" sz="1800"/>
              <a:t>中转到一个</a:t>
            </a:r>
            <a:r>
              <a:rPr lang="en-US" altLang="zh-CN" sz="1800"/>
              <a:t>”</a:t>
            </a:r>
            <a:r>
              <a:rPr lang="zh-CN" altLang="en-US" sz="1800"/>
              <a:t>镜头向前</a:t>
            </a:r>
            <a:r>
              <a:rPr lang="en-US" altLang="zh-CN" sz="1800"/>
              <a:t>”</a:t>
            </a:r>
            <a:br>
              <a:rPr lang="en-US" altLang="zh-CN" sz="1800"/>
            </a:br>
            <a:r>
              <a:rPr lang="zh-CN" altLang="en-US" sz="1800"/>
              <a:t>的视角，点击</a:t>
            </a:r>
            <a:r>
              <a:rPr lang="en-US" altLang="zh-CN" sz="1800"/>
              <a:t>Playing</a:t>
            </a:r>
            <a:r>
              <a:rPr lang="zh-CN" altLang="en-US" sz="1800"/>
              <a:t>转为手动</a:t>
            </a:r>
            <a:br>
              <a:rPr lang="zh-CN" altLang="en-US" sz="1800"/>
            </a:br>
            <a:r>
              <a:rPr lang="zh-CN" altLang="en-US" sz="1800"/>
              <a:t>播放；</a:t>
            </a:r>
            <a:endParaRPr lang="zh-CN" altLang="en-US" sz="1800"/>
          </a:p>
          <a:p>
            <a:r>
              <a:rPr lang="zh-CN" altLang="en-US" sz="1800"/>
              <a:t>然后拖动进度条，看下方的代</a:t>
            </a:r>
            <a:br>
              <a:rPr lang="zh-CN" altLang="en-US" sz="1800"/>
            </a:br>
            <a:r>
              <a:rPr lang="zh-CN" altLang="en-US" sz="1800"/>
              <a:t>表</a:t>
            </a:r>
            <a:r>
              <a:rPr lang="en-US" altLang="zh-CN" sz="1800"/>
              <a:t>Gripper</a:t>
            </a:r>
            <a:r>
              <a:rPr lang="zh-CN" altLang="en-US" sz="1800"/>
              <a:t>的坐标的移动趋势</a:t>
            </a:r>
            <a:br>
              <a:rPr lang="zh-CN" altLang="en-US" sz="1800"/>
            </a:br>
            <a:r>
              <a:rPr lang="zh-CN" altLang="en-US" sz="1800"/>
              <a:t>是否和视频中的趋势</a:t>
            </a:r>
            <a:r>
              <a:rPr lang="zh-CN" altLang="en-US" sz="1800"/>
              <a:t>一致</a:t>
            </a:r>
            <a:endParaRPr lang="zh-CN" altLang="en-US" sz="1800"/>
          </a:p>
          <a:p>
            <a:r>
              <a:rPr lang="zh-CN" altLang="en-US" sz="1800"/>
              <a:t>例如，右侧案例中</a:t>
            </a:r>
            <a:r>
              <a:rPr lang="en-US" altLang="zh-CN" sz="1800"/>
              <a:t>Gripper</a:t>
            </a:r>
            <a:r>
              <a:rPr lang="zh-CN" altLang="en-US" sz="1800"/>
              <a:t>坐标</a:t>
            </a:r>
            <a:br>
              <a:rPr lang="zh-CN" altLang="en-US" sz="1800"/>
            </a:br>
            <a:r>
              <a:rPr lang="zh-CN" altLang="en-US" sz="1800"/>
              <a:t>移动趋势相对于初始都是先</a:t>
            </a:r>
            <a:br>
              <a:rPr lang="zh-CN" altLang="en-US" sz="1800"/>
            </a:br>
            <a:r>
              <a:rPr lang="zh-CN" altLang="en-US" sz="1800"/>
              <a:t>向前再向后，和视频中</a:t>
            </a:r>
            <a:r>
              <a:rPr lang="zh-CN" altLang="en-US" sz="1800"/>
              <a:t>符合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另外注意检查当</a:t>
            </a:r>
            <a:r>
              <a:rPr lang="en-US" altLang="zh-CN" sz="1800"/>
              <a:t>”</a:t>
            </a:r>
            <a:r>
              <a:rPr lang="zh-CN" altLang="en-US" sz="1800"/>
              <a:t>镜头向前</a:t>
            </a:r>
            <a:r>
              <a:rPr lang="en-US" altLang="zh-CN" sz="1800"/>
              <a:t>”</a:t>
            </a:r>
            <a:r>
              <a:rPr lang="zh-CN" altLang="en-US" sz="1800"/>
              <a:t>时，</a:t>
            </a:r>
            <a:br>
              <a:rPr lang="zh-CN" altLang="en-US" sz="1800"/>
            </a:br>
            <a:r>
              <a:rPr lang="zh-CN" altLang="en-US" sz="1800"/>
              <a:t>初始的</a:t>
            </a:r>
            <a:r>
              <a:rPr lang="en-US" altLang="zh-CN" sz="1800"/>
              <a:t>Gripper</a:t>
            </a:r>
            <a:r>
              <a:rPr lang="zh-CN" altLang="en-US" sz="1800"/>
              <a:t>坐标的方向是否</a:t>
            </a:r>
            <a:br>
              <a:rPr lang="zh-CN" altLang="en-US" sz="1800"/>
            </a:br>
            <a:r>
              <a:rPr lang="zh-CN" altLang="en-US" sz="1800"/>
              <a:t>是</a:t>
            </a:r>
            <a:r>
              <a:rPr lang="en-US" altLang="zh-CN" sz="1800"/>
              <a:t>z</a:t>
            </a:r>
            <a:r>
              <a:rPr lang="zh-CN" altLang="en-US" sz="1800"/>
              <a:t>向前</a:t>
            </a:r>
            <a:r>
              <a:rPr lang="en-US" altLang="zh-CN" sz="1800"/>
              <a:t>(</a:t>
            </a:r>
            <a:r>
              <a:rPr lang="zh-CN" altLang="en-US" sz="1800"/>
              <a:t>蓝</a:t>
            </a:r>
            <a:r>
              <a:rPr lang="en-US" altLang="zh-CN" sz="1800"/>
              <a:t>)</a:t>
            </a:r>
            <a:r>
              <a:rPr lang="zh-CN" altLang="en-US" sz="1800"/>
              <a:t>、</a:t>
            </a:r>
            <a:r>
              <a:rPr lang="en-US" altLang="zh-CN" sz="1800"/>
              <a:t>x</a:t>
            </a:r>
            <a:r>
              <a:rPr lang="zh-CN" altLang="en-US" sz="1800"/>
              <a:t>向下</a:t>
            </a:r>
            <a:r>
              <a:rPr lang="en-US" altLang="zh-CN" sz="1800"/>
              <a:t>(</a:t>
            </a:r>
            <a:r>
              <a:rPr lang="zh-CN" altLang="en-US" sz="1800"/>
              <a:t>红</a:t>
            </a:r>
            <a:r>
              <a:rPr lang="en-US" altLang="zh-CN" sz="1800"/>
              <a:t>)</a:t>
            </a:r>
            <a:r>
              <a:rPr lang="zh-CN" altLang="en-US" sz="1800"/>
              <a:t>、</a:t>
            </a:r>
            <a:r>
              <a:rPr lang="en-US" altLang="zh-CN" sz="1800"/>
              <a:t>y</a:t>
            </a:r>
            <a:r>
              <a:rPr lang="zh-CN" altLang="en-US" sz="1800"/>
              <a:t>向左</a:t>
            </a:r>
            <a:br>
              <a:rPr lang="zh-CN" altLang="en-US" sz="1800"/>
            </a:br>
            <a:r>
              <a:rPr lang="en-US" altLang="zh-CN" sz="1800"/>
              <a:t>(</a:t>
            </a:r>
            <a:r>
              <a:rPr lang="zh-CN" altLang="en-US" sz="1800"/>
              <a:t>绿色</a:t>
            </a:r>
            <a:r>
              <a:rPr lang="en-US" altLang="zh-CN" sz="1800"/>
              <a:t>)</a:t>
            </a:r>
            <a:r>
              <a:rPr lang="zh-CN" altLang="en-US" sz="1800"/>
              <a:t>；具体解释可参考</a:t>
            </a:r>
            <a:r>
              <a:rPr lang="zh-CN" altLang="en-US" sz="1800"/>
              <a:t>前一页</a:t>
            </a:r>
            <a:endParaRPr lang="zh-CN" altLang="en-US" sz="1800"/>
          </a:p>
          <a:p>
            <a:endParaRPr lang="zh-CN" altLang="en-US" sz="1800"/>
          </a:p>
        </p:txBody>
      </p:sp>
      <p:pic>
        <p:nvPicPr>
          <p:cNvPr id="5" name="20260706_002634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830955" y="356235"/>
            <a:ext cx="8199755" cy="5763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WPS 演示</Application>
  <PresentationFormat>宽屏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UMI Canonical 坐标系定义</vt:lpstr>
      <vt:lpstr>检查方式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不知道</cp:lastModifiedBy>
  <cp:revision>14</cp:revision>
  <dcterms:created xsi:type="dcterms:W3CDTF">2023-08-09T12:44:00Z</dcterms:created>
  <dcterms:modified xsi:type="dcterms:W3CDTF">2026-07-06T01:49:26Z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D77627B38D5C41419C4B011717AD1F36_12</vt:lpwstr>
  </property>
</Properties>
</file>